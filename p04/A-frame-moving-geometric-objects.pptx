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301" r:id="rId14"/>
    <p:sldId id="302" r:id="rId15"/>
    <p:sldId id="288" r:id="rId16"/>
    <p:sldId id="303" r:id="rId17"/>
    <p:sldId id="287" r:id="rId18"/>
    <p:sldId id="299" r:id="rId19"/>
    <p:sldId id="284" r:id="rId20"/>
    <p:sldId id="293" r:id="rId21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 varScale="1"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position=“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”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</a:t>
            </a:r>
          </a:p>
          <a:p>
            <a:pPr marL="0" indent="0">
              <a:buNone/>
            </a:pPr>
            <a:r>
              <a:rPr lang="en-US" dirty="0"/>
              <a:t>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true;”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'property: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position, color,…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</a:t>
            </a:r>
            <a:r>
              <a:rPr lang="en-US" dirty="0"/>
              <a:t>45 45 45</a:t>
            </a:r>
            <a:r>
              <a:rPr lang="en-US" dirty="0">
                <a:solidFill>
                  <a:srgbClr val="0070C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0A1-01D0-AEB2-54B8-AB60F36A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26B21-D616-895A-5795-596CB170EA33}"/>
              </a:ext>
            </a:extLst>
          </p:cNvPr>
          <p:cNvSpPr/>
          <p:nvPr/>
        </p:nvSpPr>
        <p:spPr>
          <a:xfrm>
            <a:off x="5534070" y="3376996"/>
            <a:ext cx="2010813" cy="1945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FC43-25D7-D06D-D0B4-721F6AA52E70}"/>
              </a:ext>
            </a:extLst>
          </p:cNvPr>
          <p:cNvSpPr/>
          <p:nvPr/>
        </p:nvSpPr>
        <p:spPr>
          <a:xfrm>
            <a:off x="6002826" y="2026341"/>
            <a:ext cx="2010813" cy="1945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980C1-8CE3-71B5-2481-847FE36E1779}"/>
              </a:ext>
            </a:extLst>
          </p:cNvPr>
          <p:cNvCxnSpPr>
            <a:cxnSpLocks/>
          </p:cNvCxnSpPr>
          <p:nvPr/>
        </p:nvCxnSpPr>
        <p:spPr>
          <a:xfrm flipV="1">
            <a:off x="5560072" y="2026341"/>
            <a:ext cx="2453567" cy="32791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be 9">
            <a:extLst>
              <a:ext uri="{FF2B5EF4-FFF2-40B4-BE49-F238E27FC236}">
                <a16:creationId xmlns:a16="http://schemas.microsoft.com/office/drawing/2014/main" id="{34BB89B5-6704-A0E8-CFC0-CF36FEA8AC70}"/>
              </a:ext>
            </a:extLst>
          </p:cNvPr>
          <p:cNvSpPr/>
          <p:nvPr/>
        </p:nvSpPr>
        <p:spPr>
          <a:xfrm>
            <a:off x="1252424" y="2826622"/>
            <a:ext cx="1538445" cy="160778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459F44-BD92-093D-59CF-F75F6D8E4C57}"/>
              </a:ext>
            </a:extLst>
          </p:cNvPr>
          <p:cNvSpPr/>
          <p:nvPr/>
        </p:nvSpPr>
        <p:spPr>
          <a:xfrm>
            <a:off x="3677100" y="3276239"/>
            <a:ext cx="996740" cy="5503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6A7E0-7914-46EC-84D7-9D8878507E34}"/>
              </a:ext>
            </a:extLst>
          </p:cNvPr>
          <p:cNvSpPr txBox="1"/>
          <p:nvPr/>
        </p:nvSpPr>
        <p:spPr>
          <a:xfrm>
            <a:off x="4769429" y="5305469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0,0,0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/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/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/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/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52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0549-5E88-6288-6DBD-8DBBE57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253F-EE6A-BBDA-FF4D-BC070D1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/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/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/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6E55791-3C34-B25C-BB9F-7F8EBACCBB49}"/>
              </a:ext>
            </a:extLst>
          </p:cNvPr>
          <p:cNvGrpSpPr/>
          <p:nvPr/>
        </p:nvGrpSpPr>
        <p:grpSpPr>
          <a:xfrm>
            <a:off x="2371790" y="2380734"/>
            <a:ext cx="3219729" cy="2571973"/>
            <a:chOff x="3481204" y="2369479"/>
            <a:chExt cx="3219729" cy="257197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E1AC53D-E9FD-C182-AD54-F650D17F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204" y="2369479"/>
              <a:ext cx="3219729" cy="257197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252B19-529B-A816-EDCE-A4F7B25E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399" y="2721532"/>
              <a:ext cx="814004" cy="1696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/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0526" r="-2127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07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548725" y="1499154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162650" y="330338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8223639" y="4989514"/>
            <a:ext cx="7216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</a:t>
            </a:r>
            <a:r>
              <a:rPr lang="en-US" sz="2400" b="1" dirty="0"/>
              <a:t>a-entity</a:t>
            </a:r>
            <a:r>
              <a:rPr lang="en-US" sz="2400" dirty="0"/>
              <a:t> position="</a:t>
            </a:r>
            <a:r>
              <a:rPr lang="en-US" sz="2400" b="1" dirty="0">
                <a:solidFill>
                  <a:srgbClr val="7030A0"/>
                </a:solidFill>
              </a:rPr>
              <a:t>0 0 -5</a:t>
            </a:r>
            <a:r>
              <a:rPr lang="en-US" sz="2400" dirty="0"/>
              <a:t>" </a:t>
            </a:r>
          </a:p>
          <a:p>
            <a:r>
              <a:rPr lang="en-US" sz="2400" dirty="0"/>
              <a:t>	animation="property: rotation; </a:t>
            </a:r>
          </a:p>
          <a:p>
            <a:r>
              <a:rPr lang="en-US" sz="2400" dirty="0"/>
              <a:t>	to: 0 360 0;    </a:t>
            </a:r>
            <a:r>
              <a:rPr lang="en-US" sz="2400" dirty="0">
                <a:solidFill>
                  <a:srgbClr val="FF0000"/>
                </a:solidFill>
              </a:rPr>
              <a:t>rotates around the y-axis</a:t>
            </a:r>
            <a:endParaRPr lang="en-US" sz="2400" dirty="0"/>
          </a:p>
          <a:p>
            <a:r>
              <a:rPr lang="en-US" sz="2400" dirty="0"/>
              <a:t>	loop: true; dur:10000 "&gt;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&lt;a-sphere         position="</a:t>
            </a:r>
            <a:r>
              <a:rPr lang="en-US" sz="2400" dirty="0">
                <a:solidFill>
                  <a:srgbClr val="FF0000"/>
                </a:solidFill>
              </a:rPr>
              <a:t>0 0 -2</a:t>
            </a:r>
            <a:r>
              <a:rPr lang="en-US" sz="2400" dirty="0">
                <a:solidFill>
                  <a:schemeClr val="accent1"/>
                </a:solidFill>
              </a:rPr>
              <a:t>" 				 </a:t>
            </a:r>
            <a:r>
              <a:rPr lang="en-US" sz="2400" dirty="0" err="1">
                <a:solidFill>
                  <a:schemeClr val="accent1"/>
                </a:solidFill>
              </a:rPr>
              <a:t>src</a:t>
            </a:r>
            <a:r>
              <a:rPr lang="en-US" sz="2400" dirty="0">
                <a:solidFill>
                  <a:schemeClr val="accent1"/>
                </a:solidFill>
              </a:rPr>
              <a:t>="#mars"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		rotation="0 0 0" &gt;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sz="2400" dirty="0"/>
              <a:t>&lt;/</a:t>
            </a:r>
            <a:r>
              <a:rPr lang="en-US" sz="2400" b="1" dirty="0"/>
              <a:t>a-entity</a:t>
            </a:r>
            <a:r>
              <a:rPr lang="en-US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5AD14-281C-5DB4-BB9D-24009B2E61CC}"/>
              </a:ext>
            </a:extLst>
          </p:cNvPr>
          <p:cNvSpPr txBox="1"/>
          <p:nvPr/>
        </p:nvSpPr>
        <p:spPr>
          <a:xfrm>
            <a:off x="7610669" y="1868486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15800-B83A-5D56-0091-8016BB92E2BE}"/>
              </a:ext>
            </a:extLst>
          </p:cNvPr>
          <p:cNvSpPr txBox="1"/>
          <p:nvPr/>
        </p:nvSpPr>
        <p:spPr>
          <a:xfrm>
            <a:off x="2292440" y="6130344"/>
            <a:ext cx="3705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a-sphere-mars-rotates.html</a:t>
            </a: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3538-B5E7-0AC3-9195-4B860FE9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a-box-change-colors.html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7FE35-6904-765A-9C9D-CB88E07E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&lt;a-box  id="My box" </a:t>
            </a:r>
          </a:p>
          <a:p>
            <a:pPr marL="0" indent="0">
              <a:buNone/>
            </a:pPr>
            <a:r>
              <a:rPr lang="en-US" dirty="0"/>
              <a:t>	position="0 2 -5" </a:t>
            </a:r>
          </a:p>
          <a:p>
            <a:pPr marL="0" indent="0">
              <a:buNone/>
            </a:pPr>
            <a:r>
              <a:rPr lang="en-US" dirty="0"/>
              <a:t>	rotation="45 45 45" </a:t>
            </a:r>
          </a:p>
          <a:p>
            <a:pPr marL="0" indent="0">
              <a:buNone/>
            </a:pPr>
            <a:r>
              <a:rPr lang="en-US" dirty="0"/>
              <a:t>	animation='property: </a:t>
            </a:r>
            <a:r>
              <a:rPr lang="en-US" dirty="0">
                <a:solidFill>
                  <a:srgbClr val="FF0000"/>
                </a:solidFill>
              </a:rPr>
              <a:t>color</a:t>
            </a:r>
            <a:r>
              <a:rPr lang="en-US" dirty="0"/>
              <a:t>; from: #FFFFFF; to: #FF0000; </a:t>
            </a:r>
          </a:p>
          <a:p>
            <a:pPr marL="0" indent="0">
              <a:buNone/>
            </a:pPr>
            <a:r>
              <a:rPr lang="en-US" dirty="0"/>
              <a:t>	dur: 5000; </a:t>
            </a:r>
            <a:r>
              <a:rPr lang="en-US" dirty="0" err="1"/>
              <a:t>dir</a:t>
            </a:r>
            <a:r>
              <a:rPr lang="en-US" dirty="0"/>
              <a:t>: normal; easing: linear; </a:t>
            </a:r>
          </a:p>
          <a:p>
            <a:pPr marL="0" indent="0">
              <a:buNone/>
            </a:pPr>
            <a:r>
              <a:rPr lang="en-US" dirty="0"/>
              <a:t>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175025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&lt;a-sphere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dirty="0"/>
              <a:t>A</a:t>
            </a:r>
            <a:r>
              <a:rPr lang="en-US" sz="2400"/>
              <a:t>nimations </a:t>
            </a:r>
            <a:r>
              <a:rPr lang="en-US" sz="2400" dirty="0"/>
              <a:t>can change any property with a numeric / vector / color value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2643</TotalTime>
  <Words>886</Words>
  <Application>Microsoft Office PowerPoint</Application>
  <PresentationFormat>Widescreen</PresentationFormat>
  <Paragraphs>155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Cube in a sphere</vt:lpstr>
      <vt:lpstr>Cube in a sphere</vt:lpstr>
      <vt:lpstr>Orbits – frame of reference</vt:lpstr>
      <vt:lpstr>Colors a-box-change-colors.html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279</cp:revision>
  <cp:lastPrinted>2024-05-23T21:19:58Z</cp:lastPrinted>
  <dcterms:created xsi:type="dcterms:W3CDTF">2023-10-08T23:58:23Z</dcterms:created>
  <dcterms:modified xsi:type="dcterms:W3CDTF">2026-05-20T22:47:24Z</dcterms:modified>
</cp:coreProperties>
</file>