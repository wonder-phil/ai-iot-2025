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5" r:id="rId2"/>
    <p:sldId id="259" r:id="rId3"/>
    <p:sldId id="260" r:id="rId4"/>
    <p:sldId id="261" r:id="rId5"/>
    <p:sldId id="296" r:id="rId6"/>
    <p:sldId id="2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3957" autoAdjust="0"/>
  </p:normalViewPr>
  <p:slideViewPr>
    <p:cSldViewPr snapToGrid="0">
      <p:cViewPr varScale="1">
        <p:scale>
          <a:sx n="71" d="100"/>
          <a:sy n="71" d="100"/>
        </p:scale>
        <p:origin x="16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Landing on mars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5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Geometric objects besides A-frame  standard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Windows: Paint3 D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Linux, MacOS, Windows: Blender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Using a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glb</a:t>
            </a:r>
            <a:r>
              <a:rPr lang="en-US" dirty="0">
                <a:ea typeface="Calibri" panose="020F0502020204030204"/>
                <a:cs typeface="Calibri" panose="020F0502020204030204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8CCF-A4B3-87E5-2361-C8BFA6E4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GLB loader – down in WebGL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DE7B-616D-07B8-CD59-2E83C6832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GLB or GLFT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20C3C8-7680-0B76-25CE-EEEE69670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99" y="2984458"/>
            <a:ext cx="11269046" cy="277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4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751D-B22E-6AC2-4C52-544EC92C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ship and green cube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E7A71-2235-1200-04FE-3E754F48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848" y="2729138"/>
            <a:ext cx="8686422" cy="18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0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EA5E-C9B6-112B-B571-1B026114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</a:t>
            </a:r>
            <a:r>
              <a:rPr lang="en-US"/>
              <a:t>some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25D04-69E4-1897-646C-7233C97A0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5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739</TotalTime>
  <Words>55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Meiryo</vt:lpstr>
      <vt:lpstr>Arial</vt:lpstr>
      <vt:lpstr>Calibri</vt:lpstr>
      <vt:lpstr>Calibri Light</vt:lpstr>
      <vt:lpstr>office theme</vt:lpstr>
      <vt:lpstr>AR/VR Workshop Landing on mars</vt:lpstr>
      <vt:lpstr>Outline</vt:lpstr>
      <vt:lpstr>GLB loader – down in WebGL</vt:lpstr>
      <vt:lpstr>Space ship and green cube</vt:lpstr>
      <vt:lpstr>Simulating some physics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158</cp:revision>
  <dcterms:created xsi:type="dcterms:W3CDTF">2023-10-08T23:58:23Z</dcterms:created>
  <dcterms:modified xsi:type="dcterms:W3CDTF">2026-08-18T18:15:12Z</dcterms:modified>
</cp:coreProperties>
</file>